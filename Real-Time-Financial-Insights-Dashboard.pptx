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Roboto Slab"/>
      <p:regular r:id="rId13"/>
    </p:embeddedFont>
    <p:embeddedFont>
      <p:font typeface="Roboto Slab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776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Financial Insights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154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618548"/>
            <a:ext cx="349234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&amp; Motivation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280190" y="43840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Individual investors lack a single platform for real-time market tracking, portfolio management, and AI-based financial insights.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36495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Manual tracking → delayed decisions, lack of clarity → poor investment outcomes.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34591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Motivation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Build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financial dashboard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simplifies insights, improves decisions, and enhances user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910"/>
            <a:ext cx="4026932" cy="503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Solution Overview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782955" y="1521857"/>
            <a:ext cx="4220528" cy="1522571"/>
          </a:xfrm>
          <a:prstGeom prst="roundRect">
            <a:avLst>
              <a:gd name="adj" fmla="val 1984"/>
            </a:avLst>
          </a:prstGeom>
          <a:solidFill>
            <a:srgbClr val="3F4652"/>
          </a:solidFill>
          <a:ln/>
        </p:spPr>
      </p:sp>
      <p:sp>
        <p:nvSpPr>
          <p:cNvPr id="4" name="Shape 2"/>
          <p:cNvSpPr/>
          <p:nvPr/>
        </p:nvSpPr>
        <p:spPr>
          <a:xfrm>
            <a:off x="984290" y="1723192"/>
            <a:ext cx="604004" cy="604004"/>
          </a:xfrm>
          <a:prstGeom prst="roundRect">
            <a:avLst>
              <a:gd name="adj" fmla="val 15137459"/>
            </a:avLst>
          </a:prstGeom>
          <a:solidFill>
            <a:srgbClr val="66A8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82" y="1855351"/>
            <a:ext cx="271820" cy="3396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4290" y="2528530"/>
            <a:ext cx="3500438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Portfolio tracking &amp; valuation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204817" y="1521857"/>
            <a:ext cx="4220647" cy="1522571"/>
          </a:xfrm>
          <a:prstGeom prst="roundRect">
            <a:avLst>
              <a:gd name="adj" fmla="val 1984"/>
            </a:avLst>
          </a:prstGeom>
          <a:solidFill>
            <a:srgbClr val="3F4652"/>
          </a:solidFill>
          <a:ln/>
        </p:spPr>
      </p:sp>
      <p:sp>
        <p:nvSpPr>
          <p:cNvPr id="8" name="Shape 5"/>
          <p:cNvSpPr/>
          <p:nvPr/>
        </p:nvSpPr>
        <p:spPr>
          <a:xfrm>
            <a:off x="5406152" y="1723192"/>
            <a:ext cx="604004" cy="604004"/>
          </a:xfrm>
          <a:prstGeom prst="roundRect">
            <a:avLst>
              <a:gd name="adj" fmla="val 15137459"/>
            </a:avLst>
          </a:prstGeom>
          <a:solidFill>
            <a:srgbClr val="66A8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44" y="1855351"/>
            <a:ext cx="271820" cy="339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06152" y="2528530"/>
            <a:ext cx="360854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market data visualization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9626798" y="1521857"/>
            <a:ext cx="4220528" cy="1522571"/>
          </a:xfrm>
          <a:prstGeom prst="roundRect">
            <a:avLst>
              <a:gd name="adj" fmla="val 1984"/>
            </a:avLst>
          </a:prstGeom>
          <a:solidFill>
            <a:srgbClr val="3F4652"/>
          </a:solidFill>
          <a:ln/>
        </p:spPr>
      </p:sp>
      <p:sp>
        <p:nvSpPr>
          <p:cNvPr id="12" name="Shape 8"/>
          <p:cNvSpPr/>
          <p:nvPr/>
        </p:nvSpPr>
        <p:spPr>
          <a:xfrm>
            <a:off x="9828133" y="1723192"/>
            <a:ext cx="604004" cy="604004"/>
          </a:xfrm>
          <a:prstGeom prst="roundRect">
            <a:avLst>
              <a:gd name="adj" fmla="val 15137459"/>
            </a:avLst>
          </a:prstGeom>
          <a:solidFill>
            <a:srgbClr val="66A8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225" y="1855351"/>
            <a:ext cx="271820" cy="3396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28133" y="2528530"/>
            <a:ext cx="3660815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financial assistant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82955" y="3346371"/>
            <a:ext cx="3020139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Goals</a:t>
            </a:r>
            <a:endParaRPr lang="en-US" sz="2350" dirty="0"/>
          </a:p>
        </p:txBody>
      </p:sp>
      <p:sp>
        <p:nvSpPr>
          <p:cNvPr id="16" name="Text 11"/>
          <p:cNvSpPr/>
          <p:nvPr/>
        </p:nvSpPr>
        <p:spPr>
          <a:xfrm>
            <a:off x="782955" y="402586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82955" y="441829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Efficiency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82955" y="481072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updates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82955" y="5203150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User-friendly interface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82955" y="5827157"/>
            <a:ext cx="3020139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cases</a:t>
            </a:r>
            <a:endParaRPr lang="en-US" sz="2350" dirty="0"/>
          </a:p>
        </p:txBody>
      </p:sp>
      <p:sp>
        <p:nvSpPr>
          <p:cNvPr id="21" name="Text 16"/>
          <p:cNvSpPr/>
          <p:nvPr/>
        </p:nvSpPr>
        <p:spPr>
          <a:xfrm>
            <a:off x="782955" y="6506647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personal stock portfolio live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782955" y="6899077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AI insights for financial queries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82955" y="7291507"/>
            <a:ext cx="1306449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market summary in real time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89725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793790" y="1946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 (React)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252734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Components (Dashboard, Portfolio)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33324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API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93790" y="37746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Axios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790" y="421683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Recharts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465903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856321" y="1946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(FastAPI)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856321" y="25273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856321" y="29695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services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4856321" y="341173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SQLAlchemy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856321" y="385393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4856321" y="429613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Caching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93790" y="5583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External APIs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93790" y="61643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Finnhub (market data)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793790" y="66065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(AI)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4856321" y="5583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856321" y="616434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(User, Portfolio, Holdings, Alerts, MarketData, AIInsights)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8183"/>
            <a:ext cx="430970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Flows</a:t>
            </a:r>
            <a:endParaRPr lang="en-US" sz="3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479352"/>
            <a:ext cx="1077397" cy="15861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2970" y="169473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Authentication Flow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572970" y="2160508"/>
            <a:ext cx="626364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→ FastAPI → JWT token → Stored in frontend → AuthContext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065502"/>
            <a:ext cx="1077397" cy="129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72970" y="32808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Data Flow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72970" y="3746659"/>
            <a:ext cx="62636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(polling) + WebSocket (live updates)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358402"/>
            <a:ext cx="1077397" cy="129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2970" y="45737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Portfolio Flow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72970" y="5039558"/>
            <a:ext cx="62636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CRUD portfolios, calculate value using live prices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651302"/>
            <a:ext cx="1077397" cy="129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72970" y="586668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Assistant Flow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572970" y="6332458"/>
            <a:ext cx="62636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query → FastAPI → Gemini API → AI response in chat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6280190" y="7186613"/>
            <a:ext cx="75564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671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Highlights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656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017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Context API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599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Recharts for charts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021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for responsive design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9187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1439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async APIs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861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security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28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support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4705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SQLAlchemy ORM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23656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Integrations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599521" y="3017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Finnhub for live market data (with caching)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34599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for AI insights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04967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choices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7599521" y="47017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&gt; Django/Express (async, lightweight)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51439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for dev, upgradable to PostgreSQL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55861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API &gt; Redux (lighter for scale)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6028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+ WebSocket hybrid approach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9985"/>
            <a:ext cx="68514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&amp; Future Enhancements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87892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Achievements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793790" y="25593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1530906" y="2637234"/>
            <a:ext cx="2764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market data integration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3790" y="37995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3877389"/>
            <a:ext cx="276439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authentication with JWT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93790" y="539400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0" name="Text 7"/>
          <p:cNvSpPr/>
          <p:nvPr/>
        </p:nvSpPr>
        <p:spPr>
          <a:xfrm>
            <a:off x="1530906" y="5471874"/>
            <a:ext cx="27643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insights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93790" y="635793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1530906" y="6435804"/>
            <a:ext cx="2764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Responsive UI with data visualizations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856321" y="1878925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4856321" y="295632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support in frontend (true real-time)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376142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portfolio analytics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56321" y="42036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mobile app (React Native)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856321" y="50087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AI features (personalized finance advice)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856321" y="581382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Social/community features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2025-09-03T21:10:19Z</dcterms:created>
  <dcterms:modified xsi:type="dcterms:W3CDTF">2025-09-03T21:10:19Z</dcterms:modified>
</cp:coreProperties>
</file>